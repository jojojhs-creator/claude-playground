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Let the slide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JCVD speaking directly. This is not a gym — it is a philosophy.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3E">
              <a:alpha val="85000"/>
            </a:srgbClr>
          </a:solidFill>
          <a:ln w="12700">
            <a:solidFill>
              <a:srgbClr val="0D1B3E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</a:t>
            </a:r>
            <a:endParaRPr lang="en-US" sz="11200" dirty="0"/>
          </a:p>
        </p:txBody>
      </p:sp>
      <p:sp>
        <p:nvSpPr>
          <p:cNvPr id="4" name="Text 2"/>
          <p:cNvSpPr/>
          <p:nvPr/>
        </p:nvSpPr>
        <p:spPr>
          <a:xfrm>
            <a:off x="502920" y="1993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9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ACADEMY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670048"/>
            <a:ext cx="146304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8529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LEGENDS BEGIN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United Arab Emirates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by Jean-Claude Van Damme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-2286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B8963E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did not become who I am because of talent.</a:t>
            </a:r>
            <a:endParaRPr lang="en-US" sz="2600" dirty="0"/>
          </a:p>
          <a:p>
            <a:pPr indent="0" marL="0">
              <a:lnSpc>
                <a:spcPct val="158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became who I am because I showed up — every single day.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999232"/>
            <a:ext cx="100584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821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Jean-Claude Van Damme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JCVD Sports Academy Dubai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JEAN-CLAUDE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DAMME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1993392"/>
            <a:ext cx="118872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World-Class Experiences.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Extraordinary Place.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084832"/>
            <a:ext cx="4005072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2084832"/>
            <a:ext cx="4005072" cy="594360"/>
          </a:xfrm>
          <a:prstGeom prst="roundRect">
            <a:avLst>
              <a:gd name="adj" fmla="val 1384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2816352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full-time residential sports academy for athletes aged 4–18. World-class coaching, KHDA-accredited academics, and a career pathway from first session to professional contract.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4–18  ·  FULL CURRICULUM  ·  RESIDENTIAL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084832"/>
            <a:ext cx="4005072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84832"/>
            <a:ext cx="4005072" cy="594360"/>
          </a:xfrm>
          <a:prstGeom prst="roundRect">
            <a:avLst>
              <a:gd name="adj" fmla="val 13846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 CLUB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816352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public sports club open to all ages and fitness levels. Football, basketball, martial arts, swimming, tennis, athletics — on flexible daily, monthly, and family plans.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1184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AGES  ·  6 SPORTS  ·  FLEXIBLE MEMBERSHIP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20">
              <a:alpha val="65000"/>
            </a:srgbClr>
          </a:solidFill>
          <a:ln w="12700">
            <a:solidFill>
              <a:srgbClr val="060E20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914400" y="1444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Ambitious City. The Perfect Home.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" y="2240280"/>
            <a:ext cx="1920240" cy="2514600"/>
          </a:xfrm>
          <a:prstGeom prst="roundRect">
            <a:avLst>
              <a:gd name="adj" fmla="val 4762"/>
            </a:avLst>
          </a:prstGeom>
          <a:solidFill>
            <a:srgbClr val="0D1B3E">
              <a:alpha val="78000"/>
            </a:srgbClr>
          </a:solidFill>
          <a:ln w="1524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4505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38912" y="33375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2240280"/>
            <a:ext cx="1920240" cy="2514600"/>
          </a:xfrm>
          <a:prstGeom prst="roundRect">
            <a:avLst>
              <a:gd name="adj" fmla="val 4762"/>
            </a:avLst>
          </a:prstGeom>
          <a:solidFill>
            <a:srgbClr val="0D1B3E">
              <a:alpha val="78000"/>
            </a:srgbClr>
          </a:solidFill>
          <a:ln w="1524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4505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42032" y="33375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 Families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Mindset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5152" y="2240280"/>
            <a:ext cx="1920240" cy="2514600"/>
          </a:xfrm>
          <a:prstGeom prst="roundRect">
            <a:avLst>
              <a:gd name="adj" fmla="val 4762"/>
            </a:avLst>
          </a:prstGeom>
          <a:solidFill>
            <a:srgbClr val="0D1B3E">
              <a:alpha val="78000"/>
            </a:srgbClr>
          </a:solidFill>
          <a:ln w="1524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4505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30B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45152" y="33375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Sector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48272" y="2240280"/>
            <a:ext cx="1920240" cy="2514600"/>
          </a:xfrm>
          <a:prstGeom prst="roundRect">
            <a:avLst>
              <a:gd name="adj" fmla="val 4762"/>
            </a:avLst>
          </a:prstGeom>
          <a:solidFill>
            <a:srgbClr val="0D1B3E">
              <a:alpha val="78000"/>
            </a:srgbClr>
          </a:solidFill>
          <a:ln w="1524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4505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48272" y="33375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Corporate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20">
              <a:alpha val="75000"/>
            </a:srgbClr>
          </a:solidFill>
          <a:ln w="12700">
            <a:solidFill>
              <a:srgbClr val="060E20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Child's Career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Here.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840480" y="3090672"/>
            <a:ext cx="146304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73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 ·  Academics  ·  Character  ·  Career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full-time residential academy co-designed by Jean-Claude Van Damme, led by world-class coaches, and built to take athletes from age 4 to a professional career.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PROGRAMMES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Programme for Every Stage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Athletic Journey.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993392"/>
            <a:ext cx="2633472" cy="2944368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5024" y="2103120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5024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2944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4–6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32186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0352" y="36576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skills, coordination, and a love of sport. Fun-first JCVD-inspired movement sessions building the physical and mental foundation for everything that follows.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663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· Swimming · Balance · Fun Sport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36976" y="1993392"/>
            <a:ext cx="2633472" cy="2944368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87952" y="2103120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36976" y="2944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7–12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36976" y="32186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83280" y="36576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skills, discipline, and team dynamics. Athletes specialise in football, martial arts, swimming, tennis, and basketball under qualified coaches.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36976" y="4663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· Martial Arts · Basketball · Swimming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9904" y="1993392"/>
            <a:ext cx="2633472" cy="2944368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2103120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13–18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9904" y="2944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13–18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89904" y="32186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Elite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36208" y="36576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training focused on professional pathways, tournament preparation, and the mental conditioning required to compete at the highest level.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9904" y="4663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Programme · Tournaments · Scout Events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WE MASTER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Sports.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Mastered by Champions.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4048" y="1920240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920240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323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UEFA-qualified coaches · Full tournament programme · Professional club scouting pathway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6976" y="1920240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1920240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01568" y="24323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FIBA-accredited programme · Team and individual development across all age groups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920240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1920240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Martial Arts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54496" y="24323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JCVD's personal programme · Karate, Judo &amp; Self-Defence · Discipline as a way of life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310128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01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Swimming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Olympic-length pool · All levels · Beginner through competitive national squad pathway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36976" y="3310128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6976" y="3310128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401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Tennis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01568" y="382219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ITF-qualified coaches · Individual &amp; group sessions · Junior tournament competition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3310128"/>
            <a:ext cx="2670048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904" y="3310128"/>
            <a:ext cx="54864" cy="1261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401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54496" y="382219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field · Sprint, endurance, agility, and strength development for all ages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CURRICULUM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Train the Whole Person.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Athlete.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05740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2203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Athletic Excellence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" y="260604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technical coaching every day. Daily conditioning, competition exposure, and programmes that build athletes ready to compete at the highest level.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2203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Achievement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56048" y="260604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KHDA-accredited curriculum. Students graduate with internationally recognised qualifications alongside their complete athletic pathway.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Conditioning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" y="411480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psychology, resilience training, and the same mental discipline that took JCVD from Brussels to the absolute peak of global recognition.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56048" y="411480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respect, teamwork, and integrity built into every session. We make better athletes. We also make better people who last a lifetime.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PATHWAYS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Training Session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Professional Career.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103120"/>
            <a:ext cx="1508760" cy="13716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 w="12700">
            <a:solidFill>
              <a:srgbClr val="162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4–18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2734056"/>
            <a:ext cx="192024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2103120"/>
            <a:ext cx="1508760" cy="13716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 w="12700">
            <a:solidFill>
              <a:srgbClr val="162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75104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20824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75104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training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3864" y="2734056"/>
            <a:ext cx="192024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88" y="2103120"/>
            <a:ext cx="1508760" cy="13716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 w="12700">
            <a:solidFill>
              <a:srgbClr val="162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21608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intl.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84648" y="2734056"/>
            <a:ext cx="192024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2103120"/>
            <a:ext cx="1508760" cy="13716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 w="12700">
            <a:solidFill>
              <a:srgbClr val="1626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22392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&amp; national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85432" y="2734056"/>
            <a:ext cx="192024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7456" y="2103120"/>
            <a:ext cx="1508760" cy="1371600"/>
          </a:xfrm>
          <a:prstGeom prst="roundRect">
            <a:avLst>
              <a:gd name="adj" fmla="val 6000"/>
            </a:avLst>
          </a:prstGeom>
          <a:solidFill>
            <a:srgbClr val="B8963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23176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77456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pathways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70332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CAREER PATHS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4005072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0050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Management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0" y="4005072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40050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Coaching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36592" y="4005072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40050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Science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12864" y="4005072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40050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Broadcasting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COACHING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Coached by the Best.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Inspired by a Legend.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299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coach is selected against the most demanding criteria in the region — qualified, experienced, passionate, and personally aligned with the JCVD philosophy of relentless daily improvement.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145536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coaching qualification — minimum Level 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74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competitive performance background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12464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athlete development experience required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9592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41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Arabic communication standard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40 hours CPD per year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62856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07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Academy philosophy induction programme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196596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4041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Qualifications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Development Specialists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Philosophy Trained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JCVD'S ROLE AS CO-FOUNDER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Does Not Lend His Name.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Shows Up.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176272"/>
            <a:ext cx="4114800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Masterclasses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70048"/>
            <a:ext cx="3822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personally conducts martial arts masterclasses for Academy students — real training sessions, not photo opportunities. Athletes train with the co-founder.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2176272"/>
            <a:ext cx="4114800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Co-Design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670048"/>
            <a:ext cx="3822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martial arts and mental conditioning curriculum was co-designed by Van Damme based on his 40+ years of personal training philosophy.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3593592"/>
            <a:ext cx="4114800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Campus Appearances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4087368"/>
            <a:ext cx="3822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personal appearances per year at events, graduations, and tournaments. Students train knowing he will be there to see what they've built.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593592"/>
            <a:ext cx="4114800" cy="1261872"/>
          </a:xfrm>
          <a:prstGeom prst="roundRect">
            <a:avLst>
              <a:gd name="adj" fmla="val 6522"/>
            </a:avLst>
          </a:prstGeom>
          <a:solidFill>
            <a:srgbClr val="162650"/>
          </a:solidFill>
          <a:ln w="762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 Access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087368"/>
            <a:ext cx="3822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Academy students access JCVD's personal insight through recorded sessions, personal letters, and live Q&amp;A events with the co-founder.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PROGRAMME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Has No Postcode.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Find It Wherever It Lives.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299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did not have money growing up. He had discipline. JCVD Sports Academy reserves a dedicated scholarship cohort each year for athletes who demonstrate extraordinary potential — regardless of financial background.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73552"/>
            <a:ext cx="54864" cy="2011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00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open trials for all Dubai athletes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54864" cy="2011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38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by JCVD Academy coaching panel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54864" cy="2011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scholarship covering tuition and residential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88536"/>
            <a:ext cx="54864" cy="2011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15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personally tracked through every year of the Academy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993392"/>
            <a:ext cx="3063240" cy="2852928"/>
          </a:xfrm>
          <a:prstGeom prst="roundRect">
            <a:avLst>
              <a:gd name="adj" fmla="val 3205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8963E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5943600" y="2578608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investment you can make is in a human being who refuses to give up.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Jean-Claude Van Damme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Campus Built for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 to Become Champions.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6712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57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Full-size FIFA-standard football pitches (grass &amp; astro)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606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NBA-specification indoor basketball courts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26440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154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Martial Arts Dojo — purpose-built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81304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Olympic-length 50m heated swimming pool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36168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athletics track &amp; field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18888" y="216712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2057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science &amp; performance analysis lab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18888" y="271576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11496" y="2606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International-standard residential dormitories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18888" y="326440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3154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centre with in-house nutritionist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18888" y="381304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suite &amp; physiotherapy clinic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18888" y="4361688"/>
            <a:ext cx="182880" cy="1828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KHDA-approved academic classroom block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&amp; FEES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 Value.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84832"/>
          <a:ext cx="8321040" cy="2633472"/>
        </p:xfrm>
        <a:graphic>
          <a:graphicData uri="http://schemas.openxmlformats.org/drawingml/2006/table">
            <a:tbl>
              <a:tblPr/>
              <a:tblGrid>
                <a:gridCol w="2697480"/>
                <a:gridCol w="1874520"/>
                <a:gridCol w="1874520"/>
                <a:gridCol w="18745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Tuition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(Residential)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· Ages 4–6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· Ages 7–12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145,000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· Ages 13–18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includes all sports training, coaching, and equipment. Residential includes accommodation and full board. Scholarship positions available annually.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A18">
              <a:alpha val="75000"/>
            </a:srgbClr>
          </a:solidFill>
          <a:ln w="12700">
            <a:solidFill>
              <a:srgbClr val="030A18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 CLUB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Like a Champion.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Like One.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840480" y="3090672"/>
            <a:ext cx="146304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73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Everyone  ·  All Fitness Levels  ·  All 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7673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premium JCVD-branded sports club. Flexible membership for individuals, families, and corporates across six world-class sports programmes and facilities built to professional standard.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OPTIONS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For Every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and Budget.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993392"/>
            <a:ext cx="2011680" cy="2971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Pass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24323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3054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visit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facility access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sport areas included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commitment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9736" y="1993392"/>
            <a:ext cx="2011680" cy="2971800"/>
          </a:xfrm>
          <a:prstGeom prst="roundRect">
            <a:avLst>
              <a:gd name="adj" fmla="val 4545"/>
            </a:avLst>
          </a:prstGeom>
          <a:solidFill>
            <a:srgbClr val="0D1B3E"/>
          </a:solidFill>
          <a:ln w="19050">
            <a:solidFill>
              <a:srgbClr val="B8963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9736" y="1993392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59736" y="2322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59736" y="26700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899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59736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96896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96896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group classes included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96896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Locker &amp; towel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96896" y="44256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guest passes per month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26864" y="1993392"/>
            <a:ext cx="2011680" cy="2971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26864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26864" y="24323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7,500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26864" y="3054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4024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64024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monthly benefits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64024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event booking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64024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15% merchandise discount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93992" y="1993392"/>
            <a:ext cx="2011680" cy="2971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93992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3992" y="24323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12,000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793992" y="3054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31152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adults + 2 children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1152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Academy programme discount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31152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Exclusive family events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31152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Concierge booking service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AVAILABLE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World-Class Sports.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Under One Roof.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92608" y="192024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0A3D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7432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72184" y="2103120"/>
            <a:ext cx="365760" cy="365760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2968" y="192024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3D1A0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27432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65760" cy="365760"/>
          </a:xfrm>
          <a:prstGeom prst="ellipse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3328" y="192024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162650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27432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Martial Arts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32904" y="2103120"/>
            <a:ext cx="365760" cy="365760"/>
          </a:xfrm>
          <a:prstGeom prst="ellipse">
            <a:avLst/>
          </a:prstGeom>
          <a:solidFill>
            <a:srgbClr val="B8963E">
              <a:alpha val="40000"/>
            </a:srgbClr>
          </a:solidFill>
          <a:ln w="12700">
            <a:solidFill>
              <a:srgbClr val="B8963E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342900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0A1A3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425196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Swimming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472184" y="3611880"/>
            <a:ext cx="365760" cy="36576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342900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1A3D0A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425196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6FF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Tennis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52544" y="3611880"/>
            <a:ext cx="365760" cy="365760"/>
          </a:xfrm>
          <a:prstGeom prst="ellipse">
            <a:avLst/>
          </a:prstGeom>
          <a:solidFill>
            <a:srgbClr val="76FF03">
              <a:alpha val="40000"/>
            </a:srgbClr>
          </a:solidFill>
          <a:ln w="12700">
            <a:solidFill>
              <a:srgbClr val="76FF0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3429000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2D0A2D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425196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4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Athletics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232904" y="3611880"/>
            <a:ext cx="365760" cy="365760"/>
          </a:xfrm>
          <a:prstGeom prst="ellipse">
            <a:avLst/>
          </a:prstGeom>
          <a:solidFill>
            <a:srgbClr val="E040FB">
              <a:alpha val="40000"/>
            </a:srgbClr>
          </a:solidFill>
          <a:ln w="12700">
            <a:solidFill>
              <a:srgbClr val="E040F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Ordinary.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057400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148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 Pitches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496312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Full-size FIFA-standard grass &amp; astro. Floodlit for evening training sessions.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148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 Courts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496312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NBA-spec courts with scoreboard and spectator seating.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081528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172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 Martial Arts Dojo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52044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dojo with full matting, training equipment, and JCVD branding.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81528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172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Olympic Pool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heated outdoor pool + 25m indoor lane pool. Lifeguards on-site at all times.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4105656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4197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High-Performance Gym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454456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gym: strength, cardio, and functional training zones.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105656"/>
            <a:ext cx="4114800" cy="923544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4197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Suite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454456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baths, sauna, physiotherapy rooms, and massage therapy — athlete-grade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oundRect">
            <a:avLst/>
          </a:prstGeom>
          <a:solidFill>
            <a:srgbClr val="162650">
              <a:alpha val="90000"/>
            </a:srgbClr>
          </a:solidFill>
          <a:ln w="12700">
            <a:solidFill>
              <a:srgbClr val="162650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PROGRAMME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Martial Arts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JCVD.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334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programme of its kind in the world — a structured martial arts curriculum personally designed by Jean-Claude Van Damme, delivered by certified coaches he approved himself.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639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All levels: beginner through black belt pathway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9502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JCVD-exclusive belt grading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2611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Annual assessment event with JCVD in attendance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International competition pathway available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45720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097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394960" y="2057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880360"/>
            <a:ext cx="15544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JEAN-CLAUDE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DAMME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b="1" spc="100" kern="0" dirty="0">
                <a:solidFill>
                  <a:srgbClr val="16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KARATE CHAMPION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b="1" spc="100" kern="0" dirty="0">
                <a:solidFill>
                  <a:srgbClr val="16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BELT SINCE 1979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PROGRAMMES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Your Goal.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the Programme.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2011680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Fitness Classes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HIIT, Yoga, Pilates, Spin, Bootcamp. 30+ classes per week across all levels and times of day.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Training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4992" y="256032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sessions with certified coaches. Fully bespoke programmes for any goal.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08192" y="2011680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 Kickboxing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72784" y="256032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kickboxing inspired by JCVD's own training — available for all fitness levels.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3447288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Swimming Squads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Coached adult swim squads and leisure lanes. Morning, evening, and weekend sessions.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3447288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&amp; Conditioning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399592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S&amp;C programme used by Academy athletes. Now open to all Club members.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08192" y="3447288"/>
            <a:ext cx="2724912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Coaching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399592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nutritionist offering personal plans, consultations, and group nutrition workshops.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486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Together.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Together.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48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JCVD Family Membership brings the whole family into one world-class facility. Kids train at the Academy or Club. Parents use the gym, pool, or fitness classes. One plan. One family. One institution.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3246120"/>
            <a:ext cx="516636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12,000 / year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18688" y="32644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adults + 2 children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3575304"/>
            <a:ext cx="516636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facility access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18688" y="35935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family member, unlimited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3904488"/>
            <a:ext cx="516636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922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programme discount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18688" y="39227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 enrolled children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4233672"/>
            <a:ext cx="516636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booking service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18688" y="4251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courts, and lanes reserved for you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" y="4562856"/>
            <a:ext cx="516636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581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JCVD Family Days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18688" y="45811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JCVD-involved events twice per year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731520"/>
            <a:ext cx="2834640" cy="4041648"/>
          </a:xfrm>
          <a:prstGeom prst="roundRect">
            <a:avLst>
              <a:gd name="adj" fmla="val 3226"/>
            </a:avLst>
          </a:prstGeom>
          <a:solidFill>
            <a:srgbClr val="162650"/>
          </a:solidFill>
          <a:ln w="10160">
            <a:solidFill>
              <a:srgbClr val="B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3716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8932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12,000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893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COMMUNITY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Just a Club.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Community.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029968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2140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21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54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 Cup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signature tournament across all sports — open to Academy and Club members.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029968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212140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121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/ YEAR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25312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 Masterclass Day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43230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in person running martial arts and fitness masterclasses for all members, twice per year.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054096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45536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455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54480" y="3118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Graduation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5643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celebration of academic and athletic achievement. Families and JCVD in attendance.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54096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3145536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455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25312" y="3118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Training Weekends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45643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events where Club members train alongside Academy students across the full campus.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4078224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69664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696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554480" y="4142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Charity Challenge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challenges raising money for the JCVD Scholarship Fund. Community at its best.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078224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9472" y="4169664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1696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25312" y="4142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Sports Days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448056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team building events using the entire JCVD campus, facilitated by coaching staff.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PROGRAMMES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JCVD's Philosophy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Workplace.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2029968"/>
            <a:ext cx="2724912" cy="2926080"/>
          </a:xfrm>
          <a:prstGeom prst="roundRect">
            <a:avLst>
              <a:gd name="adj" fmla="val 3020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2029968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075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Wellness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26791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Bespoke Plans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24505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memberships at a corporate rate. Full facility access, group classes, and fitness coaching — with JCVD brand association included for your team.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29968"/>
            <a:ext cx="2724912" cy="2926080"/>
          </a:xfrm>
          <a:prstGeom prst="roundRect">
            <a:avLst>
              <a:gd name="adj" fmla="val 3020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29968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75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Building Events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6791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AED 8,000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64992" y="3154680"/>
            <a:ext cx="24505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corporate sports days across the entire JCVD campus — facilitated by coaching staff with competitive and fun programming for all fitness levels.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2029968"/>
            <a:ext cx="2724912" cy="2926080"/>
          </a:xfrm>
          <a:prstGeom prst="roundRect">
            <a:avLst>
              <a:gd name="adj" fmla="val 3020"/>
            </a:avLst>
          </a:prstGeom>
          <a:solidFill>
            <a:srgbClr val="F4F6FB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2029968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075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JCVD Corporate Cup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08192" y="26791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Event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72784" y="3154680"/>
            <a:ext cx="24505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competes in Dubai's most high-profile corporate sports tournament, hosted at JCVD Sports Academy and attended by JCVD himself.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650"/>
          </a:solidFill>
          <a:ln w="12700">
            <a:solidFill>
              <a:srgbClr val="1626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JEAN-CLAUDE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DAMME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20116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34015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AAB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Brussels, 1960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AAB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34747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It All.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0" y="1901952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Berchem-Sainte-Agathe, Brussels, Belgium.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459736"/>
            <a:ext cx="466344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53288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3288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karate training at age 11 at the Centre National de Karaté.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935224"/>
            <a:ext cx="466344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0083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00837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his black belt. Becomes European Middleweight Karate Champion.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410712"/>
            <a:ext cx="466344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48386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8386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the United States with $500 and a belief in himself.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3886200"/>
            <a:ext cx="466344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95935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5935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Bloodsport. The world sees what discipline produces.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4361688"/>
            <a:ext cx="4663440" cy="0"/>
          </a:xfrm>
          <a:prstGeom prst="line">
            <a:avLst/>
          </a:prstGeom>
          <a:noFill/>
          <a:ln w="6350">
            <a:solidFill>
              <a:srgbClr val="1A2D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434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4348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Dubai. The Academy. The next chapter — for your child.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PHILOSOPHY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Pillars.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Champion.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92608" y="2286000"/>
            <a:ext cx="2724912" cy="2651760"/>
          </a:xfrm>
          <a:prstGeom prst="roundRect">
            <a:avLst>
              <a:gd name="adj" fmla="val 3448"/>
            </a:avLst>
          </a:prstGeom>
          <a:solidFill>
            <a:srgbClr val="162650"/>
          </a:solidFill>
          <a:ln w="1016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2395728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9304" y="2395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124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are built in the moments when no one is watching. We train that habit daily — in every sport, class, and session from age four onward.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286000"/>
            <a:ext cx="2724912" cy="2651760"/>
          </a:xfrm>
          <a:prstGeom prst="roundRect">
            <a:avLst>
              <a:gd name="adj" fmla="val 3448"/>
            </a:avLst>
          </a:prstGeom>
          <a:solidFill>
            <a:srgbClr val="162650"/>
          </a:solidFill>
          <a:ln w="10160">
            <a:solidFill>
              <a:srgbClr val="B89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97096" y="2395728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7096" y="2395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4992" y="37124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hold every coach, every programme, and every student to the highest possible standard. Good enough is never the goal. The best 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2286000"/>
            <a:ext cx="2724912" cy="2651760"/>
          </a:xfrm>
          <a:prstGeom prst="roundRect">
            <a:avLst>
              <a:gd name="adj" fmla="val 3448"/>
            </a:avLst>
          </a:prstGeom>
          <a:solidFill>
            <a:srgbClr val="162650"/>
          </a:solidFill>
          <a:ln w="10160">
            <a:solidFill>
              <a:srgbClr val="B896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2395728"/>
            <a:ext cx="731520" cy="7315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2395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08192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37124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builds people. We are proud to produce exceptional athletes. We are prouder still to produce exceptional human beings who last a lifetime.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All It Takes.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9728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2029968"/>
            <a:ext cx="2724912" cy="2852928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9304" y="213969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21396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92608" y="299923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Campus Visit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45059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the full JCVD Sports Academy. Meet the coaching team. See the facilities. Bring the family — it changes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29968"/>
            <a:ext cx="2724912" cy="2852928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97096" y="213969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21396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0" y="299923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Plan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64992" y="3493008"/>
            <a:ext cx="245059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enrolment, club membership, or both. Our team will match you to the right plan for your goals, your family, and your budget.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2029968"/>
            <a:ext cx="2724912" cy="2852928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6350">
            <a:solidFill>
              <a:srgbClr val="E0E5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4888" y="213969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21396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108192" y="299923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Your Journey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72784" y="3493008"/>
            <a:ext cx="245059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 you are part of an institution co-founded by Jean-Claude Van Damme and built for one purpose: producing the world's next legends.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A18">
              <a:alpha val="70000"/>
            </a:srgbClr>
          </a:solidFill>
          <a:ln w="12700">
            <a:solidFill>
              <a:srgbClr val="030A1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754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JCVD SPORTS ACADEMY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Legends Begin.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148840"/>
            <a:ext cx="274320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99232" y="2487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www.jcvdsportsacademy.ae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081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99232" y="3081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contact@jcvdsportsacademy.ae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99232" y="3675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United Arab Emirates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by Jean-Claude Van Damme  ·  Dubai, UAE  ·  Est.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JCVD Sports Academy — Where Legends Begin</dc:title>
  <dc:subject>PptxGenJS Presentation</dc:subject>
  <dc:creator>PptxGenJS</dc:creator>
  <cp:lastModifiedBy>PptxGenJS</cp:lastModifiedBy>
  <cp:revision>1</cp:revision>
  <dcterms:created xsi:type="dcterms:W3CDTF">2026-06-29T07:41:05Z</dcterms:created>
  <dcterms:modified xsi:type="dcterms:W3CDTF">2026-06-29T07:41:05Z</dcterms:modified>
</cp:coreProperties>
</file>